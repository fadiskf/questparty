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74" r:id="rId2"/>
    <p:sldId id="273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8749B-9832-4A5D-AC37-527BD30B0BA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C5993-33FD-489D-A005-32E54618AD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43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C5993-33FD-489D-A005-32E54618AD9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0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C5993-33FD-489D-A005-32E54618AD9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15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9DEEC-2336-6E1E-9009-E8C981AE0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82" y="712014"/>
            <a:ext cx="5240881" cy="2411014"/>
          </a:xfrm>
        </p:spPr>
        <p:txBody>
          <a:bodyPr>
            <a:noAutofit/>
          </a:bodyPr>
          <a:lstStyle/>
          <a:p>
            <a:pPr algn="l"/>
            <a:r>
              <a:rPr lang="en-US" sz="3200" dirty="0" err="1">
                <a:solidFill>
                  <a:schemeClr val="bg1"/>
                </a:solidFill>
              </a:rPr>
              <a:t>Разработка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веб-приложения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для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управления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проектами</a:t>
            </a:r>
            <a:r>
              <a:rPr lang="en-US" sz="3200" dirty="0">
                <a:solidFill>
                  <a:schemeClr val="bg1"/>
                </a:solidFill>
              </a:rPr>
              <a:t> с </a:t>
            </a:r>
            <a:r>
              <a:rPr lang="en-US" sz="3200" dirty="0" err="1">
                <a:solidFill>
                  <a:schemeClr val="bg1"/>
                </a:solidFill>
              </a:rPr>
              <a:t>элементами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геймификации</a:t>
            </a:r>
            <a:br>
              <a:rPr lang="en-US" sz="3600" dirty="0">
                <a:solidFill>
                  <a:schemeClr val="bg1"/>
                </a:solidFill>
              </a:rPr>
            </a:b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60ADCB-9203-C1A7-1ADB-32347E8BD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" y="4519098"/>
            <a:ext cx="4969747" cy="1349371"/>
          </a:xfrm>
        </p:spPr>
        <p:txBody>
          <a:bodyPr>
            <a:normAutofit/>
          </a:bodyPr>
          <a:lstStyle/>
          <a:p>
            <a:pPr algn="l"/>
            <a:r>
              <a:rPr lang="en-US" sz="2000" dirty="0" err="1">
                <a:solidFill>
                  <a:schemeClr val="bg1"/>
                </a:solidFill>
              </a:rPr>
              <a:t>Выполнил</a:t>
            </a:r>
            <a:r>
              <a:rPr lang="en-US" sz="2000" dirty="0">
                <a:solidFill>
                  <a:schemeClr val="bg1"/>
                </a:solidFill>
              </a:rPr>
              <a:t>: Биктимиров Ф.Ф.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 err="1">
                <a:solidFill>
                  <a:schemeClr val="bg1"/>
                </a:solidFill>
              </a:rPr>
              <a:t>Проверила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Волкова</a:t>
            </a:r>
            <a:r>
              <a:rPr lang="en-US" sz="2000" dirty="0">
                <a:solidFill>
                  <a:schemeClr val="bg1"/>
                </a:solidFill>
              </a:rPr>
              <a:t> Е.А.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6E8C3D-1662-6E1D-FCE9-095A4D678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53" y="712014"/>
            <a:ext cx="4397376" cy="199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A0A22-8F00-5EB1-B9A6-C377B5CF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ru-RU" sz="3200"/>
              <a:t>Актуальность и проблема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3F4E53-194D-F261-BB80-089B18D15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40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E833E-F4B0-7CA2-3F67-2EBA64D18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ru-RU" sz="1800"/>
              <a:t>В классических таск-трекерах пользователь видит только задачи и сроки. Не хватает мотивации, единого пространства для команды, чата, наград и прозрачного статуса спринта. QuestParty решает это через квесты, party, миссии и внутреннюю валюту.</a:t>
            </a:r>
          </a:p>
        </p:txBody>
      </p:sp>
    </p:spTree>
    <p:extLst>
      <p:ext uri="{BB962C8B-B14F-4D97-AF65-F5344CB8AC3E}">
        <p14:creationId xmlns:p14="http://schemas.microsoft.com/office/powerpoint/2010/main" val="123093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35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3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9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40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65B56-98F7-7127-E482-71ADF6B8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ru-RU" sz="4000" b="1"/>
              <a:t>Цель и задачи проекта</a:t>
            </a:r>
            <a:br>
              <a:rPr lang="ru-RU" sz="4000"/>
            </a:b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8F80B-DCAE-E062-1982-617B886D7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>
            <a:normAutofit/>
          </a:bodyPr>
          <a:lstStyle/>
          <a:p>
            <a:r>
              <a:rPr lang="ru-RU" sz="2400">
                <a:solidFill>
                  <a:schemeClr val="tx1">
                    <a:alpha val="80000"/>
                  </a:schemeClr>
                </a:solidFill>
              </a:rPr>
              <a:t>Цель — создать систему управления проектами, где спринты представлены как квесты, задачи как миссии, а выполнение работы приносит опыт и монеты. Задачи: backend, frontend, БД, роли, магазин, инвентарь, чат, Docker.</a:t>
            </a:r>
          </a:p>
          <a:p>
            <a:endParaRPr lang="ru-RU" sz="24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030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19BB8BE-1351-4D9B-B761-F84A0B5B6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8D1AC-0D78-57CF-CA9C-37893BD0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3741"/>
            <a:ext cx="3785554" cy="2199341"/>
          </a:xfrm>
        </p:spPr>
        <p:txBody>
          <a:bodyPr anchor="b">
            <a:normAutofit/>
          </a:bodyPr>
          <a:lstStyle/>
          <a:p>
            <a:r>
              <a:rPr lang="ru-RU" sz="4000"/>
              <a:t>Игровая модель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A9423-4914-414F-7106-191838874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982260"/>
            <a:ext cx="3748441" cy="3149600"/>
          </a:xfrm>
        </p:spPr>
        <p:txBody>
          <a:bodyPr>
            <a:normAutofit/>
          </a:bodyPr>
          <a:lstStyle/>
          <a:p>
            <a:r>
              <a:rPr lang="ru-RU" sz="2000" dirty="0"/>
              <a:t>Проект → Квест/спринт → Party/команда → Миссии/задачи → Награды → Магазин. Такая цепочка объединяет управление работой и мотивацию участников.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EC24084-311F-686E-95E7-911DBD7C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66" b="-2"/>
          <a:stretch>
            <a:fillRect/>
          </a:stretch>
        </p:blipFill>
        <p:spPr>
          <a:xfrm>
            <a:off x="5034433" y="1280160"/>
            <a:ext cx="6276735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9BB8BE-1351-4D9B-B761-F84A0B5B6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12C72-AFCD-7375-A9CC-2AD670AB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3741"/>
            <a:ext cx="3785554" cy="2199341"/>
          </a:xfrm>
        </p:spPr>
        <p:txBody>
          <a:bodyPr anchor="b">
            <a:normAutofit/>
          </a:bodyPr>
          <a:lstStyle/>
          <a:p>
            <a:r>
              <a:rPr lang="ru-RU" sz="3700"/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A9D406-DEFC-FA52-497A-381765F02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982260"/>
            <a:ext cx="3748441" cy="3149600"/>
          </a:xfrm>
        </p:spPr>
        <p:txBody>
          <a:bodyPr>
            <a:normAutofit/>
          </a:bodyPr>
          <a:lstStyle/>
          <a:p>
            <a:r>
              <a:rPr lang="en-US" sz="2000"/>
              <a:t>Backend: Java 21, Spring Boot, Spring Security, JPA, Flyway. </a:t>
            </a:r>
          </a:p>
          <a:p>
            <a:r>
              <a:rPr lang="en-US" sz="2000"/>
              <a:t>Frontend: React, TypeScript, Vite. </a:t>
            </a:r>
            <a:r>
              <a:rPr lang="ru-RU" sz="2000"/>
              <a:t>База: </a:t>
            </a:r>
            <a:r>
              <a:rPr lang="en-US" sz="2000"/>
              <a:t>MySQL 8. </a:t>
            </a:r>
          </a:p>
          <a:p>
            <a:r>
              <a:rPr lang="ru-RU" sz="2000"/>
              <a:t>Развертывание: </a:t>
            </a:r>
            <a:r>
              <a:rPr lang="en-US" sz="2000"/>
              <a:t>Docker Compose, Nginx, Selectel VPS</a:t>
            </a:r>
            <a:endParaRPr lang="ru-RU" sz="20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DA542D-65B8-E142-98D2-FF3525F20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973" y="1280160"/>
            <a:ext cx="5485656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8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5D45C-6CC2-9B36-AAAC-BE6C0D92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anchor="t">
            <a:normAutofit/>
          </a:bodyPr>
          <a:lstStyle/>
          <a:p>
            <a:r>
              <a:rPr lang="ru-RU" sz="3200"/>
              <a:t>Роли пользователей</a:t>
            </a:r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718D42-121F-04ED-D7A2-00A2A04E3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3" y="838200"/>
            <a:ext cx="5501247" cy="18663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000"/>
              <a:t>В системе есть сотрудник, ГМ и администратор. Сотрудник выполняет задачи и покупает награды. ГМ управляет квестами. Администратор управляет ролями, пользователями, проектами, магазином и балансами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D5E89C-FB5C-46E2-6C61-BC1E9FDD5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57" y="3219187"/>
            <a:ext cx="10591800" cy="291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2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7644D-8726-0381-68D3-C979BBD7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4065669" cy="1933574"/>
          </a:xfrm>
        </p:spPr>
        <p:txBody>
          <a:bodyPr anchor="b">
            <a:normAutofit/>
          </a:bodyPr>
          <a:lstStyle/>
          <a:p>
            <a:r>
              <a:rPr lang="ru-RU" sz="4000"/>
              <a:t>Проекты и квесты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F0B6CC-8F72-EBAF-4D67-D07309413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05" y="2714625"/>
            <a:ext cx="4065668" cy="3023566"/>
          </a:xfrm>
        </p:spPr>
        <p:txBody>
          <a:bodyPr>
            <a:normAutofit/>
          </a:bodyPr>
          <a:lstStyle/>
          <a:p>
            <a:r>
              <a:rPr lang="ru-RU" sz="2000"/>
              <a:t>В разделе «Проекты и квесты» создаются проекты, внутри них — квесты-спринты. Для квеста задаются название, описание, даты, статус и награда монетами/опытом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978B76-28B4-FA06-AB0C-AC93C613B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04" y="1028700"/>
            <a:ext cx="2247097" cy="45720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A7FFDC-2A3C-9C64-C15C-887B063C0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813" y="2224676"/>
            <a:ext cx="2682054" cy="218010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3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97621-E25C-0C4E-EF71-8363395D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4000"/>
              <a:t>Party — </a:t>
            </a:r>
            <a:r>
              <a:rPr lang="ru-RU" sz="4000"/>
              <a:t>команда спринта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34C2A-7ED2-401C-ECDC-D214039AA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8" y="547815"/>
            <a:ext cx="5284021" cy="2881185"/>
          </a:xfrm>
        </p:spPr>
        <p:txBody>
          <a:bodyPr anchor="ctr">
            <a:normAutofit/>
          </a:bodyPr>
          <a:lstStyle/>
          <a:p>
            <a:r>
              <a:rPr lang="ru-RU" sz="2400" dirty="0"/>
              <a:t>Пользователь может вступить в </a:t>
            </a:r>
            <a:r>
              <a:rPr lang="ru-RU" sz="2400" dirty="0" err="1"/>
              <a:t>party</a:t>
            </a:r>
            <a:r>
              <a:rPr lang="ru-RU" sz="2400" dirty="0"/>
              <a:t> квеста, а администратор может добавить участника вручную. После этого участник получает доступ к задачам и чату команды</a:t>
            </a:r>
            <a:r>
              <a:rPr lang="ru-RU" sz="2000"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C6F800-9C68-DAAC-CABE-DB72218A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38" y="2210739"/>
            <a:ext cx="3134362" cy="21783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BD1A752-4D5F-7F2E-8FA6-0921FE5F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251" y="4389120"/>
            <a:ext cx="949570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73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42337A-434A-8F89-52DE-26D4B65B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ru-RU" sz="4000"/>
              <a:t>Канбан-доска миссий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179D8-F4DA-FEA4-800D-35E7396DD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ru-RU" sz="2000"/>
              <a:t>Миссии отображаются на канбан-доске по статусам: новая, в работе, на проверке, выполнена. При переводе задачи в статус «Выполнено» система начисляет исполнителю опыт и монеты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D54DEC-E504-446E-294B-C143FBFD5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01" r="2359" b="1"/>
          <a:stretch>
            <a:fillRect/>
          </a:stretch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0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275D6C10-B5A7-4715-803E-0501C9C2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B8674-9111-0E30-DBA3-946379D0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289"/>
            <a:ext cx="3976496" cy="39003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Награды, опыт и внутренняя валюта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6BC70F-1738-7848-B19C-BFA85642E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4624330"/>
            <a:ext cx="3976496" cy="15216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 выполненные миссии и завершенные квесты пользователи получают опыт и монеты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6D75B2-CB78-52C7-7791-F45413B92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046" y="557189"/>
            <a:ext cx="5723216" cy="55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15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457D8A-F295-4429-2FE3-F4829FD74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ru-RU" sz="4000"/>
              <a:t>Магазин и инвентарь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243D7-9C4E-5D32-2B09-AF4567B3A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ru-RU" sz="2000"/>
              <a:t>Пользователь тратит монеты в магазине. Купленные товары попадают в инвентарь. Для мерча можно выбрать доставку или самовывоз, для отгула — активацию, для золотой рамки — оформление аватара.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B783C1-68A0-3635-073D-6476C088C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7" y="2405149"/>
            <a:ext cx="10261566" cy="38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1">
            <a:extLst>
              <a:ext uri="{FF2B5EF4-FFF2-40B4-BE49-F238E27FC236}">
                <a16:creationId xmlns:a16="http://schemas.microsoft.com/office/drawing/2014/main" id="{AAB0F62B-977D-4DD3-8796-EBFA85D7F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7DA2A-3CA4-EF06-5558-FC6A0E77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61165"/>
            <a:ext cx="5995646" cy="2220502"/>
          </a:xfrm>
        </p:spPr>
        <p:txBody>
          <a:bodyPr anchor="b">
            <a:normAutofit/>
          </a:bodyPr>
          <a:lstStyle/>
          <a:p>
            <a:r>
              <a:rPr lang="ru-RU" sz="4000"/>
              <a:t>Итоги и дальнейшее развитие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5DCC3B-9F5E-6512-5C9C-A9991DB78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953386"/>
            <a:ext cx="5995647" cy="3163209"/>
          </a:xfrm>
        </p:spPr>
        <p:txBody>
          <a:bodyPr>
            <a:normAutofit/>
          </a:bodyPr>
          <a:lstStyle/>
          <a:p>
            <a:r>
              <a:rPr lang="ru-RU" sz="2000"/>
              <a:t>Реализована система управления проектами с квестами, party, миссиями, наградами, магазином, инвентарем и ролями. В дальнейшем можно добавить аналитику команды, календарь, расширенные уведомления и отчёты.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146348-F48A-FC27-764A-5E63CE5B3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46" y="3765932"/>
            <a:ext cx="4176536" cy="241194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946F7F-C171-3794-CDA7-EF2CC68CB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263" y="1434710"/>
            <a:ext cx="4176536" cy="7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79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403</Words>
  <Application>Microsoft Office PowerPoint</Application>
  <PresentationFormat>Широкоэкранный</PresentationFormat>
  <Paragraphs>28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Разработка веб-приложения для управления проектами с элементами геймификации </vt:lpstr>
      <vt:lpstr>Актуальность и проблема</vt:lpstr>
      <vt:lpstr>Цель и задачи проекта </vt:lpstr>
      <vt:lpstr>Игровая модель системы</vt:lpstr>
      <vt:lpstr>Технологический стек</vt:lpstr>
      <vt:lpstr>Роли пользователей</vt:lpstr>
      <vt:lpstr>Проекты и квесты</vt:lpstr>
      <vt:lpstr>Party — команда спринта</vt:lpstr>
      <vt:lpstr>Канбан-доска миссий</vt:lpstr>
      <vt:lpstr>Награды, опыт и внутренняя валюта</vt:lpstr>
      <vt:lpstr>Магазин и инвентарь</vt:lpstr>
      <vt:lpstr>Итоги и дальнейшее развитие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Биктимиров Фадис Фаилевич</cp:lastModifiedBy>
  <cp:revision>7</cp:revision>
  <dcterms:created xsi:type="dcterms:W3CDTF">2013-01-27T09:14:00Z</dcterms:created>
  <dcterms:modified xsi:type="dcterms:W3CDTF">2026-05-28T02:21:31Z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74A818029A2743A7B0FA8A5EF6C5DAE8_13</vt:lpwstr>
  </property>
  <property fmtid="{D5CDD505-2E9C-101B-9397-08002B2CF9AE}" pid="3" name="KSOProductBuildVer">
    <vt:lpwstr>1049-12.1.0.26372</vt:lpwstr>
  </property>
</Properties>
</file>